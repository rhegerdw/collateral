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67e5850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67e5850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e35fb2fb4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e35fb2fb4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e35fb2fb4_0_1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e35fb2fb4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e35fb2fb4_0_1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e35fb2fb4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8e35fb2fb4_0_1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8e35fb2fb4_0_1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Darkweb IQ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Intervening to Protect,</a:t>
            </a:r>
            <a:br>
              <a:rPr lang="en"/>
            </a:br>
            <a:r>
              <a:rPr lang="en"/>
              <a:t>Taking Action to Change the World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 Interceptions on behalf of Resilience’s Insureds Helped Bring a Major Ransomware Affiliate to Justice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Protected Entity 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Tabula Rasa Healthcare (since rebranded to “AnewHealth”)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AnewHealth is a leading, independent pharmacy care management company that specializes in caring for people with the most complex, chronic medical needs in home and community settings.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with the Boards of Pharmacy and actively serving patients in all 50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$249.6 Million in revenues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135,000+ patients (PII)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go unnamed due to active prosecution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prolific corporate access auction poster circa 2021-2023.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Proven access supplier to Hive, AlphV (blackcat), and Lockbit 3.0 ransomware operations.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Conducted extensive </a:t>
            </a:r>
            <a:r>
              <a:rPr lang="en"/>
              <a:t>reconnaissance</a:t>
            </a:r>
            <a:r>
              <a:rPr lang="en"/>
              <a:t> of victim networks.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Offered access internationally, to domestic critical infrastructure, and household corporate names.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Originally from Eastern Europe, they are currently residing in custody in the United States.</a:t>
            </a:r>
            <a:endParaRPr/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Threat Actor [REDACTED]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Intervention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November 2023, the TA offered Darkweb IQ operatives multiple Remote Desktop Protocol (RDP) accesses to Tabula Rasa.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accesses held administrator privileges.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“Aggressive Sophos inside on all three servers”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Lateral movement via SMB, RDP, and WinRM.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enumeration of domain trusts and user credentials dumped.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major third-parties implicated: a household consulting firm and healthcare PII management system.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Results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Victim: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Victim confirmation of Darkweb IQ intelligence.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Immediate Incident Response to eject the threat actor and close off accesses.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 aborted, encryption denied, healthcare data protected.</a:t>
            </a:r>
            <a:br>
              <a:rPr lang="en"/>
            </a:b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the World: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prolific </a:t>
            </a:r>
            <a:r>
              <a:rPr lang="en"/>
              <a:t>access supplier to tier-one ransomware groups faces Justice.</a:t>
            </a:r>
            <a:endParaRPr/>
          </a:p>
          <a:p>
            <a:pPr indent="-317500" lvl="1" marL="13716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Darkweb IQ crypto intelligence and human intelligence broke the case on the TA’s natural identity and directly led to their arrest, extradition, and indictment.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